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2" r:id="rId2"/>
    <p:sldId id="477" r:id="rId3"/>
    <p:sldId id="47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362"/>
    <p:restoredTop sz="95976"/>
  </p:normalViewPr>
  <p:slideViewPr>
    <p:cSldViewPr snapToGrid="0" snapToObjects="1">
      <p:cViewPr varScale="1">
        <p:scale>
          <a:sx n="91" d="100"/>
          <a:sy n="91" d="100"/>
        </p:scale>
        <p:origin x="22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6058-2DB7-6C41-A5DB-AAE76B53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453E5-457B-2545-A168-7C28CABAF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38098-06BC-664A-A358-6CB852BC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CF056-A60D-6D4E-BB3A-2E3E73B2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7AD05-7429-F74F-AAAB-B07F6D33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53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EB25-C144-EC43-AEA2-ECD9DAE4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E6947-9CD0-7C4D-AFBE-8E1F0E7FC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A422D-8AF9-8A43-BC86-6253F182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E349A-4786-6E44-B6E3-5DAEF691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BB39-79A6-854E-8FB5-9094A545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1B139-79AA-474E-9A52-D880C3B68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44DDA-E7E3-D149-97D3-E0D0C123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3FACC-08B2-A540-9415-02C17FA6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012AD-6859-3F4F-9D8F-5BAC1F31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F9B2-7220-CB4A-B8AD-FEAF94DC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95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AD9E-A4CE-9F46-8C44-A9F01171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7D00-D85E-7A40-AD38-1CECBDBC2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7CB9D-EA9F-D943-BEDD-546BAF026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2BBCC-ACD4-3040-8A09-6D76C258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D15C4-B5B2-324C-BF4E-4ABDD9A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326BC-50B1-6749-ABD5-8DAED600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24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2BFB-0AFA-0D4A-A1D0-8BEFB9147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7B67F-5B1C-0943-A2A3-CBF8E68C5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41B63-CB8E-054E-8833-A255157F3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C9E6C9-A511-F649-A2E2-F8AFFB1B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CBD9C5-8FCB-C740-883D-2333F1DBC1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56F16-F5BC-AF40-9294-1CB82776F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AB668-3149-824B-900F-93A9973E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8097F-A466-E445-AC7F-245D9717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8DFE-077D-4744-ADDD-0E2FD177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7909B-C37B-654F-B65D-5F3D1FF6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E678E-596B-D947-9DC5-84A947BCB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CAAE8-4035-F441-B646-17620ACC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1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ECC5-77A9-5445-80FE-D8738F01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A5CC4-C132-124F-8496-444671134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53CBC-BED8-B748-9F12-12F61544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5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F21B8-07E5-514E-8B35-A42326080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1DC12-BA41-FF4A-B8D3-1EE3518CC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977964-86F2-2541-B537-0A35A5AD2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B20C1-4BBF-F14B-BA1F-E6461232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B816-0C48-9A4A-A9D1-42B573A2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49D91-262B-4242-80A0-2CA7891E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6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69572-3A16-D148-8FE0-9A98448A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35095-697D-4140-AEDB-F08674BCB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9D1DB-1340-3141-8E19-978A9C1D7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F798-B390-0242-A006-FE654FA9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EB23-DF67-C846-9212-5A29B3F1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F6139-C3F0-E24F-A471-648222F8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176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E03F-CB73-2A46-97B3-8B00BF9C7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12B4F-3519-634C-9B74-78886A074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33FE1-1BAE-6C43-AC73-26EE7EBF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19112-4887-994B-BFC4-5360C93F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653D7-CA62-9B42-AC9D-B228B2837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7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80C34-5D6F-B84E-B604-550979310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F09D4-D836-2B4C-AED1-6527F0024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20A41-24E2-304D-8AF0-E0FB9A041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DD9C4-F476-6F46-9BC5-F81E5603F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74E26-E780-684A-8EF0-9FAEF94E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2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A7C34-331B-7942-B1AF-58764378E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2309B-7005-544B-9615-C281432E0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7FC7-D133-0147-8686-AB8F3051C8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317AA-8FA1-2E41-8557-8D664995FAF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FDF20-2866-BA40-896A-1FF57F8A1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27F9-DBAA-564B-ADC7-EF600C9E2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8FE1C-74D7-C546-A9FD-8F87A1B13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knMblXKcd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CA0A3E0-E448-C200-5031-F7020B3D8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83" y="937260"/>
            <a:ext cx="4144898" cy="5486400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214991F7-E96F-4EC3-572B-CC68D940B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371" y="317500"/>
            <a:ext cx="3467100" cy="6223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AB8CCF-E347-51EE-F8B2-71CA86C8AF51}"/>
              </a:ext>
            </a:extLst>
          </p:cNvPr>
          <p:cNvSpPr txBox="1"/>
          <p:nvPr/>
        </p:nvSpPr>
        <p:spPr>
          <a:xfrm>
            <a:off x="6012" y="0"/>
            <a:ext cx="12185987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Shout-out to an amazing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127398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Presentation schedule (right after Thanksgiving </a:t>
            </a:r>
            <a:r>
              <a:rPr lang="en-US" sz="2400" b="1"/>
              <a:t>break)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3CBC4-5720-9476-08F6-B3067E5DFFDF}"/>
              </a:ext>
            </a:extLst>
          </p:cNvPr>
          <p:cNvSpPr txBox="1"/>
          <p:nvPr/>
        </p:nvSpPr>
        <p:spPr>
          <a:xfrm>
            <a:off x="177700" y="487025"/>
            <a:ext cx="113306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Monday December 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1 (Ben, Mercer, </a:t>
            </a:r>
            <a:r>
              <a:rPr lang="en-US" sz="2400" dirty="0" err="1"/>
              <a:t>Kyrstin</a:t>
            </a:r>
            <a:r>
              <a:rPr lang="en-US" sz="2400" dirty="0"/>
              <a:t>): Comparative study of </a:t>
            </a:r>
            <a:r>
              <a:rPr lang="en-US" sz="2400" dirty="0" err="1"/>
              <a:t>Enroads</a:t>
            </a:r>
            <a:r>
              <a:rPr lang="en-US" sz="2400" dirty="0"/>
              <a:t> scenarios to Cambio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6 (Winston, Ezra, Will): Climate effects of white roofs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9 (</a:t>
            </a:r>
            <a:r>
              <a:rPr lang="en-US" sz="2400" dirty="0" err="1"/>
              <a:t>Jaad</a:t>
            </a:r>
            <a:r>
              <a:rPr lang="en-US" sz="2400"/>
              <a:t>): An analytical approach to Cambio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Wednesday December 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3 (Noelani, April, Amanda): Long-term emissions and the 2</a:t>
            </a:r>
            <a:r>
              <a:rPr lang="en-US" sz="2400" baseline="30000" dirty="0"/>
              <a:t>o</a:t>
            </a:r>
            <a:r>
              <a:rPr lang="en-US" sz="2400" dirty="0"/>
              <a:t> warming target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7 (Mika, Rose, Viviana): Fluxes of CO</a:t>
            </a:r>
            <a:r>
              <a:rPr lang="en-US" sz="2400" baseline="-25000" dirty="0"/>
              <a:t>2</a:t>
            </a:r>
            <a:r>
              <a:rPr lang="en-US" sz="2400" dirty="0"/>
              <a:t> from thawing permafrost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2 (Luna and Ian): Effects of forest loss on global temperatures</a:t>
            </a:r>
          </a:p>
          <a:p>
            <a:endParaRPr lang="en-US" sz="2400" dirty="0"/>
          </a:p>
          <a:p>
            <a:r>
              <a:rPr lang="en-US" sz="2400" dirty="0"/>
              <a:t>Friday December 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4 (Karson, Sahaj, Alex): CO</a:t>
            </a:r>
            <a:r>
              <a:rPr lang="en-US" sz="2400" baseline="-25000" dirty="0"/>
              <a:t>2</a:t>
            </a:r>
            <a:r>
              <a:rPr lang="en-US" sz="2400" dirty="0"/>
              <a:t> released by forest fires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5 (Tyler, Graham, Brendan, Santiago, Paige): Forest fire impacts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Group 8 (Sophia, </a:t>
            </a:r>
            <a:r>
              <a:rPr lang="en-US" sz="2400" dirty="0" err="1"/>
              <a:t>Emele</a:t>
            </a:r>
            <a:r>
              <a:rPr lang="en-US" sz="2400" dirty="0"/>
              <a:t>, Lina, and Easton): When volcanos increase albedo</a:t>
            </a:r>
          </a:p>
        </p:txBody>
      </p:sp>
    </p:spTree>
    <p:extLst>
      <p:ext uri="{BB962C8B-B14F-4D97-AF65-F5344CB8AC3E}">
        <p14:creationId xmlns:p14="http://schemas.microsoft.com/office/powerpoint/2010/main" val="304871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1C23C7-FF91-034C-B9DA-3C6CE8110B85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</a:t>
            </a:r>
            <a:r>
              <a:rPr lang="en-US" sz="2400" b="1" dirty="0" err="1"/>
              <a:t>ClimateStats</a:t>
            </a:r>
            <a:r>
              <a:rPr lang="en-US" sz="2400" b="1" dirty="0"/>
              <a:t> CGI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8FC740-D2F3-93D2-2E70-7CE25C88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3" y="677731"/>
            <a:ext cx="11429094" cy="19098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A34DA3-1F23-760C-2805-9B3448879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254" y="2803619"/>
            <a:ext cx="3664526" cy="2636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35BDAD-3DC9-62B2-0229-FE6FF5DA6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20" y="3255010"/>
            <a:ext cx="6934200" cy="15367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82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156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45</cp:revision>
  <dcterms:created xsi:type="dcterms:W3CDTF">2021-11-01T13:28:45Z</dcterms:created>
  <dcterms:modified xsi:type="dcterms:W3CDTF">2025-11-25T04:41:01Z</dcterms:modified>
</cp:coreProperties>
</file>