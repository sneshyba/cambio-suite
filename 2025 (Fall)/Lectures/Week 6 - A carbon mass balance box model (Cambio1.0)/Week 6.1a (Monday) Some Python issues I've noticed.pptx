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82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13F5-3EF4-DEC7-C3CE-AC3156F71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354F0-A95E-8CB6-1749-727875A5F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316E1-AB5C-A9F3-68C6-FEDDC54F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AAC68-D87B-80A6-C96F-CF3BEEB5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CD81E-98EA-346C-7936-FC17B892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9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71ED-5DE5-FBA7-A616-F31022FC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31C7-56A8-ED7F-1730-675B1E82F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60F9F-F664-A2E8-34FD-A9A94CC8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2B45-7238-C2CA-B0B3-BEDE4B02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18E3-896D-CA28-F4F6-FFA4E12D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6BEE-49AE-FAE0-054A-FE8C0DBE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D23C3-56A9-B565-C4BF-B1FE4E017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01DBC-AA89-65EF-40F0-D6E9413A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06BEF-858F-BA4D-947B-D05BA943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9E691-C8FF-D5EF-E23A-08729B56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7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98EA-D35E-DD7D-8A68-DA67B82D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6722-99A0-5A7F-1FDB-EA79FF1E7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A97A2-0D57-ED23-9AF0-F85E29125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D962C-9418-30B3-2B68-914E5056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FC347-468C-3C07-1B9F-1AE70C7F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22E6A-A159-2DF3-46F7-43279E39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815D-AE0C-8E0D-43C9-977BD3C8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A3D10-E273-12D8-BAEA-CEAE91164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CFBA1-E8F5-A6CA-AA47-936ED586B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6BB06-7868-477E-FEE6-CDB2F1502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884DC7-69BF-82E1-55D6-7B5D2758B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C1AE7-8A93-66F8-CE36-77CE007D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22771-26C7-901F-CF5C-993737A3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59133-08A0-5DE4-C8B8-2D613C9D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76F1-CCFD-337E-FF84-78BA012A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05BD0-557D-1D4A-1B89-A2867888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2930-50A7-DF9A-E53E-40F33E19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68A4C-2F18-5877-99BA-84D0E138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80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8732C-155E-14CD-FFFA-89B38A94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DE6465-0A23-094C-0898-1E69A2BC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E43FA-CE3F-072C-28C1-B2C8C8A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18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8E04-8263-1DB5-A5C8-75C29A4A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A14A-A7A2-004E-DBAF-028A87513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0D5E7-B0D2-3CE7-40F8-54FF29EB4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B9EE9-53C1-1BD2-6B6C-03629FEF5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E10A-AD02-42D4-C8BF-A0FDF4ED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463E2-34E8-1FEF-AE12-A8593A61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482A-FAD0-DA32-6F55-CF909937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B62FE-CBB5-6F9D-C2DF-801586854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DBD15-DAC4-93EF-7E57-2F810779A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E789F-2FA5-95EC-8E90-98CC72CD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81A82-3F7F-5598-F227-99B57474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9AA80-5513-EEBE-A15C-EABB006E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FD8E-F2D8-1356-23C4-DF57C953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04696-A0C4-4909-9903-3BC5E2F00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860B3-3813-92DA-F89C-1E7C9859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684B-3FC1-02AD-7DF7-AAF2BB2B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B6E5-B0ED-98F5-8C32-95A1794D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3104-CB2C-F733-3192-516AF93B8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A0134-53E0-4E20-1DE8-EE4383AEA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438BD-F57D-49CA-DE64-B12156C0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2D927-DC27-1A5D-ECDD-480F3D63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5F5-17D5-721A-80DD-B2F40DF0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F5EFE-F953-B4EA-62A3-60A6675B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D1BEA-5147-9522-5AB0-E6BA8F88D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CF3BA-D4B2-D21E-730E-88CF906FC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4A95-FD3A-E04B-A3A6-218306E0C02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AFA52-01FB-1313-DAF7-613247D63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EC787-776F-F78C-3365-E56711EFF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8699D-34B9-4141-B0D4-D4DE655C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0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Some issues with Python syntax I’ve noticed in regards to the atm-&gt;land flux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EFEB6E-F709-AF60-79EA-EF3221DD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C66BAF-1C5A-29FC-0969-3F813EFDD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782" y="2342534"/>
            <a:ext cx="5765800" cy="685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BB6C3F6-143B-BED2-3FFB-DB701224D4EF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7156AC-AE5A-E139-BD12-3FA3DE3CA8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B7EC2D5-C9D6-237E-9DE9-A4B398BD7F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24840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4B5CD-47E2-DB22-9BB5-BE7C30A4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10" y="631592"/>
            <a:ext cx="9098360" cy="532404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Can you tell what the problem is here?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EFEB6E-F709-AF60-79EA-EF3221DD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BF92028-4D34-4E38-A2D0-7CED92382748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C98F225-AFAE-002D-6DBD-468414718A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54FA9D5-D6CF-64DC-123B-9640626D6B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3929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4B5CD-47E2-DB22-9BB5-BE7C30A403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36"/>
          <a:stretch/>
        </p:blipFill>
        <p:spPr>
          <a:xfrm>
            <a:off x="308810" y="631592"/>
            <a:ext cx="8922276" cy="532404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Can you tell what the problem is here? This is needlessly complex and prone to typos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EFEB6E-F709-AF60-79EA-EF3221DD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021507-6C43-630F-9A96-705E8F2CD1A8}"/>
              </a:ext>
            </a:extLst>
          </p:cNvPr>
          <p:cNvSpPr/>
          <p:nvPr/>
        </p:nvSpPr>
        <p:spPr>
          <a:xfrm>
            <a:off x="733926" y="2418347"/>
            <a:ext cx="7158790" cy="2021306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52F819-8CCC-B271-A189-1D5EF92A6C0A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DD0816A-E2F5-1170-925E-DEFE99E897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9BA4AD4-CF60-7B61-2325-F3E457E18D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9934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Can you tell what the problem is here? This is much more compact and secure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3ECFB-FDA9-1405-C319-558124B9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73" y="601578"/>
            <a:ext cx="8907380" cy="35754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4A851D-2B72-97DB-3F0D-2CA84A8B79E0}"/>
              </a:ext>
            </a:extLst>
          </p:cNvPr>
          <p:cNvSpPr/>
          <p:nvPr/>
        </p:nvSpPr>
        <p:spPr>
          <a:xfrm>
            <a:off x="733926" y="2418347"/>
            <a:ext cx="7158790" cy="2286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EAC6-46A3-026D-5855-01D4714A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99CEB3-E38A-5481-FFD9-8AB480E6FB9A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84604FD-86C6-FB76-062D-0937BB7782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BE8F2E-19DC-7C9C-C26F-43D63C1F27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352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Another issue has to do with the conversion to kg/m</a:t>
            </a:r>
            <a:r>
              <a:rPr lang="en-US" sz="2400" b="1" baseline="30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/year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EAC6-46A3-026D-5855-01D4714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E5E21-F86E-9DE8-8385-B60B96658B30}"/>
              </a:ext>
            </a:extLst>
          </p:cNvPr>
          <p:cNvSpPr txBox="1"/>
          <p:nvPr/>
        </p:nvSpPr>
        <p:spPr>
          <a:xfrm>
            <a:off x="7099311" y="4115341"/>
            <a:ext cx="141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(GtC/yr)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95624A03-66F3-4DFD-D617-AF2F6B22A8C8}"/>
              </a:ext>
            </a:extLst>
          </p:cNvPr>
          <p:cNvSpPr/>
          <p:nvPr/>
        </p:nvSpPr>
        <p:spPr>
          <a:xfrm>
            <a:off x="6091744" y="4866256"/>
            <a:ext cx="1716941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893FE-B58D-60AE-48DD-8E32DCE6D651}"/>
              </a:ext>
            </a:extLst>
          </p:cNvPr>
          <p:cNvSpPr txBox="1"/>
          <p:nvPr/>
        </p:nvSpPr>
        <p:spPr>
          <a:xfrm>
            <a:off x="119703" y="4138397"/>
            <a:ext cx="175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 err="1"/>
              <a:t>kgC</a:t>
            </a:r>
            <a:r>
              <a:rPr lang="en-US" sz="2400" dirty="0"/>
              <a:t>/m</a:t>
            </a:r>
            <a:r>
              <a:rPr lang="en-US" sz="2400" baseline="30000" dirty="0"/>
              <a:t>2</a:t>
            </a:r>
            <a:r>
              <a:rPr lang="en-US" sz="2400" dirty="0"/>
              <a:t>/yr)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519137-E45D-3C99-3A53-81355E6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9" y="3585611"/>
            <a:ext cx="363176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A362E02-4FEB-A855-03A7-8367A8BFDFFC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E01C25B-60E1-E305-9E3A-BC86DDF54A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4054B4-A7B8-B1C6-BF42-21DE96477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E4C70E-11A8-393C-DF78-791EA29447F7}"/>
              </a:ext>
            </a:extLst>
          </p:cNvPr>
          <p:cNvGrpSpPr/>
          <p:nvPr/>
        </p:nvGrpSpPr>
        <p:grpSpPr>
          <a:xfrm>
            <a:off x="3154744" y="3024900"/>
            <a:ext cx="1418747" cy="3780775"/>
            <a:chOff x="9338106" y="3024900"/>
            <a:chExt cx="1418747" cy="37807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78D3ED-211B-E58D-598A-BEDEFEBD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FCF16D-1AF1-DAAC-0297-17B1074ED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41EEF29-349E-4B7A-4B39-A1CBF7308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" y="954915"/>
            <a:ext cx="6305550" cy="10586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641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Another issue has to do with the conversion to kg/m</a:t>
            </a:r>
            <a:r>
              <a:rPr lang="en-US" sz="2400" b="1" baseline="30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/year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EAC6-46A3-026D-5855-01D4714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E5E21-F86E-9DE8-8385-B60B96658B30}"/>
              </a:ext>
            </a:extLst>
          </p:cNvPr>
          <p:cNvSpPr txBox="1"/>
          <p:nvPr/>
        </p:nvSpPr>
        <p:spPr>
          <a:xfrm>
            <a:off x="7099311" y="4115341"/>
            <a:ext cx="141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(GtC/yr)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95624A03-66F3-4DFD-D617-AF2F6B22A8C8}"/>
              </a:ext>
            </a:extLst>
          </p:cNvPr>
          <p:cNvSpPr/>
          <p:nvPr/>
        </p:nvSpPr>
        <p:spPr>
          <a:xfrm>
            <a:off x="6091744" y="4866256"/>
            <a:ext cx="1716941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893FE-B58D-60AE-48DD-8E32DCE6D651}"/>
              </a:ext>
            </a:extLst>
          </p:cNvPr>
          <p:cNvSpPr txBox="1"/>
          <p:nvPr/>
        </p:nvSpPr>
        <p:spPr>
          <a:xfrm>
            <a:off x="119703" y="4138397"/>
            <a:ext cx="175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 err="1"/>
              <a:t>kgC</a:t>
            </a:r>
            <a:r>
              <a:rPr lang="en-US" sz="2400" dirty="0"/>
              <a:t>/m</a:t>
            </a:r>
            <a:r>
              <a:rPr lang="en-US" sz="2400" baseline="30000" dirty="0"/>
              <a:t>2</a:t>
            </a:r>
            <a:r>
              <a:rPr lang="en-US" sz="2400" dirty="0"/>
              <a:t>/yr)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519137-E45D-3C99-3A53-81355E6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9" y="3585611"/>
            <a:ext cx="363176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A362E02-4FEB-A855-03A7-8367A8BFDFFC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E01C25B-60E1-E305-9E3A-BC86DDF54A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4054B4-A7B8-B1C6-BF42-21DE96477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E4C70E-11A8-393C-DF78-791EA29447F7}"/>
              </a:ext>
            </a:extLst>
          </p:cNvPr>
          <p:cNvGrpSpPr/>
          <p:nvPr/>
        </p:nvGrpSpPr>
        <p:grpSpPr>
          <a:xfrm>
            <a:off x="3154744" y="3024900"/>
            <a:ext cx="1418747" cy="3780775"/>
            <a:chOff x="9338106" y="3024900"/>
            <a:chExt cx="1418747" cy="37807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78D3ED-211B-E58D-598A-BEDEFEBD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FCF16D-1AF1-DAAC-0297-17B1074ED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5E32D14-8D3D-D4CE-D2DD-E784F7A4EEEB}"/>
              </a:ext>
            </a:extLst>
          </p:cNvPr>
          <p:cNvSpPr txBox="1"/>
          <p:nvPr/>
        </p:nvSpPr>
        <p:spPr>
          <a:xfrm>
            <a:off x="7438571" y="821043"/>
            <a:ext cx="458682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err="1"/>
              <a:t>F_al_converted</a:t>
            </a:r>
            <a:r>
              <a:rPr lang="en-US" sz="2400" b="1" dirty="0"/>
              <a:t> = …</a:t>
            </a:r>
          </a:p>
          <a:p>
            <a:r>
              <a:rPr lang="en-US" sz="2400" dirty="0" err="1"/>
              <a:t>F_al</a:t>
            </a:r>
            <a:r>
              <a:rPr lang="en-US" sz="2400" dirty="0"/>
              <a:t>*10**12/1.5*10**14</a:t>
            </a:r>
          </a:p>
          <a:p>
            <a:r>
              <a:rPr lang="en-US" sz="2400" dirty="0" err="1"/>
              <a:t>F_al</a:t>
            </a:r>
            <a:r>
              <a:rPr lang="en-US" sz="2400" dirty="0"/>
              <a:t>*10**12/(1.5*10**14)</a:t>
            </a:r>
          </a:p>
          <a:p>
            <a:r>
              <a:rPr lang="en-US" sz="2400" dirty="0" err="1"/>
              <a:t>F_al</a:t>
            </a:r>
            <a:r>
              <a:rPr lang="en-US" sz="2400" dirty="0"/>
              <a:t>*1e12/1.5e14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E963A3-44D2-AFC2-858E-72C51C39C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" y="954915"/>
            <a:ext cx="6305550" cy="10586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019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Another issue has to do with the conversion to kg/m</a:t>
            </a:r>
            <a:r>
              <a:rPr lang="en-US" sz="2400" b="1" baseline="30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/year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EAC6-46A3-026D-5855-01D4714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E5E21-F86E-9DE8-8385-B60B96658B30}"/>
              </a:ext>
            </a:extLst>
          </p:cNvPr>
          <p:cNvSpPr txBox="1"/>
          <p:nvPr/>
        </p:nvSpPr>
        <p:spPr>
          <a:xfrm>
            <a:off x="7099311" y="4115341"/>
            <a:ext cx="141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(GtC/yr)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95624A03-66F3-4DFD-D617-AF2F6B22A8C8}"/>
              </a:ext>
            </a:extLst>
          </p:cNvPr>
          <p:cNvSpPr/>
          <p:nvPr/>
        </p:nvSpPr>
        <p:spPr>
          <a:xfrm>
            <a:off x="6091744" y="4866256"/>
            <a:ext cx="1716941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893FE-B58D-60AE-48DD-8E32DCE6D651}"/>
              </a:ext>
            </a:extLst>
          </p:cNvPr>
          <p:cNvSpPr txBox="1"/>
          <p:nvPr/>
        </p:nvSpPr>
        <p:spPr>
          <a:xfrm>
            <a:off x="119703" y="4138397"/>
            <a:ext cx="175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 err="1"/>
              <a:t>kgC</a:t>
            </a:r>
            <a:r>
              <a:rPr lang="en-US" sz="2400" dirty="0"/>
              <a:t>/m</a:t>
            </a:r>
            <a:r>
              <a:rPr lang="en-US" sz="2400" baseline="30000" dirty="0"/>
              <a:t>2</a:t>
            </a:r>
            <a:r>
              <a:rPr lang="en-US" sz="2400" dirty="0"/>
              <a:t>/yr)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519137-E45D-3C99-3A53-81355E6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9" y="3585611"/>
            <a:ext cx="363176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A362E02-4FEB-A855-03A7-8367A8BFDFFC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E01C25B-60E1-E305-9E3A-BC86DDF54A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4054B4-A7B8-B1C6-BF42-21DE96477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E4C70E-11A8-393C-DF78-791EA29447F7}"/>
              </a:ext>
            </a:extLst>
          </p:cNvPr>
          <p:cNvGrpSpPr/>
          <p:nvPr/>
        </p:nvGrpSpPr>
        <p:grpSpPr>
          <a:xfrm>
            <a:off x="3154744" y="3024900"/>
            <a:ext cx="1418747" cy="3780775"/>
            <a:chOff x="9338106" y="3024900"/>
            <a:chExt cx="1418747" cy="37807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78D3ED-211B-E58D-598A-BEDEFEBD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FCF16D-1AF1-DAAC-0297-17B1074ED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5E32D14-8D3D-D4CE-D2DD-E784F7A4EEEB}"/>
              </a:ext>
            </a:extLst>
          </p:cNvPr>
          <p:cNvSpPr txBox="1"/>
          <p:nvPr/>
        </p:nvSpPr>
        <p:spPr>
          <a:xfrm>
            <a:off x="7438571" y="821043"/>
            <a:ext cx="458682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err="1"/>
              <a:t>F_al_converted</a:t>
            </a:r>
            <a:r>
              <a:rPr lang="en-US" sz="2400" b="1" dirty="0"/>
              <a:t> = …</a:t>
            </a:r>
          </a:p>
          <a:p>
            <a:r>
              <a:rPr lang="en-US" sz="2400" strike="sngStrike" dirty="0" err="1"/>
              <a:t>F_al</a:t>
            </a:r>
            <a:r>
              <a:rPr lang="en-US" sz="2400" strike="sngStrike" dirty="0"/>
              <a:t>*10**12/1.5*10**14</a:t>
            </a:r>
          </a:p>
          <a:p>
            <a:r>
              <a:rPr lang="en-US" sz="2400" dirty="0" err="1"/>
              <a:t>F_al</a:t>
            </a:r>
            <a:r>
              <a:rPr lang="en-US" sz="2400" dirty="0"/>
              <a:t>*10**12/(1.5*10**14)</a:t>
            </a:r>
          </a:p>
          <a:p>
            <a:r>
              <a:rPr lang="en-US" sz="2400" dirty="0" err="1"/>
              <a:t>F_al</a:t>
            </a:r>
            <a:r>
              <a:rPr lang="en-US" sz="2400" dirty="0"/>
              <a:t>*1e12/1.5e14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66CBB-D49A-BBE9-4F02-3B36805B9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" y="954915"/>
            <a:ext cx="6305550" cy="10586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7534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Another issue has to do with the conversion to kg/m</a:t>
            </a:r>
            <a:r>
              <a:rPr lang="en-US" sz="2400" b="1" baseline="30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/year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EAC6-46A3-026D-5855-01D4714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E5E21-F86E-9DE8-8385-B60B96658B30}"/>
              </a:ext>
            </a:extLst>
          </p:cNvPr>
          <p:cNvSpPr txBox="1"/>
          <p:nvPr/>
        </p:nvSpPr>
        <p:spPr>
          <a:xfrm>
            <a:off x="7099311" y="4115341"/>
            <a:ext cx="141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(GtC/yr)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95624A03-66F3-4DFD-D617-AF2F6B22A8C8}"/>
              </a:ext>
            </a:extLst>
          </p:cNvPr>
          <p:cNvSpPr/>
          <p:nvPr/>
        </p:nvSpPr>
        <p:spPr>
          <a:xfrm>
            <a:off x="6091744" y="4866256"/>
            <a:ext cx="1716941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893FE-B58D-60AE-48DD-8E32DCE6D651}"/>
              </a:ext>
            </a:extLst>
          </p:cNvPr>
          <p:cNvSpPr txBox="1"/>
          <p:nvPr/>
        </p:nvSpPr>
        <p:spPr>
          <a:xfrm>
            <a:off x="119703" y="4138397"/>
            <a:ext cx="175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 err="1"/>
              <a:t>kgC</a:t>
            </a:r>
            <a:r>
              <a:rPr lang="en-US" sz="2400" dirty="0"/>
              <a:t>/m</a:t>
            </a:r>
            <a:r>
              <a:rPr lang="en-US" sz="2400" baseline="30000" dirty="0"/>
              <a:t>2</a:t>
            </a:r>
            <a:r>
              <a:rPr lang="en-US" sz="2400" dirty="0"/>
              <a:t>/yr)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519137-E45D-3C99-3A53-81355E6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9" y="3585611"/>
            <a:ext cx="363176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A362E02-4FEB-A855-03A7-8367A8BFDFFC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E01C25B-60E1-E305-9E3A-BC86DDF54A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4054B4-A7B8-B1C6-BF42-21DE96477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E4C70E-11A8-393C-DF78-791EA29447F7}"/>
              </a:ext>
            </a:extLst>
          </p:cNvPr>
          <p:cNvGrpSpPr/>
          <p:nvPr/>
        </p:nvGrpSpPr>
        <p:grpSpPr>
          <a:xfrm>
            <a:off x="3154744" y="3024900"/>
            <a:ext cx="1418747" cy="3780775"/>
            <a:chOff x="9338106" y="3024900"/>
            <a:chExt cx="1418747" cy="37807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78D3ED-211B-E58D-598A-BEDEFEBD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FCF16D-1AF1-DAAC-0297-17B1074ED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5E32D14-8D3D-D4CE-D2DD-E784F7A4EEEB}"/>
              </a:ext>
            </a:extLst>
          </p:cNvPr>
          <p:cNvSpPr txBox="1"/>
          <p:nvPr/>
        </p:nvSpPr>
        <p:spPr>
          <a:xfrm>
            <a:off x="7438571" y="821043"/>
            <a:ext cx="458682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err="1"/>
              <a:t>F_al_converted</a:t>
            </a:r>
            <a:r>
              <a:rPr lang="en-US" sz="2400" b="1" dirty="0"/>
              <a:t> = …</a:t>
            </a:r>
          </a:p>
          <a:p>
            <a:r>
              <a:rPr lang="en-US" sz="2400" strike="sngStrike" dirty="0" err="1"/>
              <a:t>F_al</a:t>
            </a:r>
            <a:r>
              <a:rPr lang="en-US" sz="2400" strike="sngStrike" dirty="0"/>
              <a:t>*10**12/1.5*10**14</a:t>
            </a:r>
          </a:p>
          <a:p>
            <a:r>
              <a:rPr lang="en-US" sz="2400" strike="sngStrike" dirty="0" err="1"/>
              <a:t>F_al</a:t>
            </a:r>
            <a:r>
              <a:rPr lang="en-US" sz="2400" strike="sngStrike" dirty="0"/>
              <a:t>*10**12/(1.5*10**14)</a:t>
            </a:r>
          </a:p>
          <a:p>
            <a:r>
              <a:rPr lang="en-US" sz="2400" dirty="0" err="1"/>
              <a:t>F_al</a:t>
            </a:r>
            <a:r>
              <a:rPr lang="en-US" sz="2400" dirty="0"/>
              <a:t>*1e12/1.5e14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17F8E3-458B-E012-2026-478026C19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" y="954915"/>
            <a:ext cx="6305550" cy="10586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17113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4CE9B6-5F7A-BB29-B5CC-BE57DACABE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88952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Another issue has to do with the conversion to kg/m</a:t>
            </a:r>
            <a:r>
              <a:rPr lang="en-US" sz="2400" b="1" baseline="30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/year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EAC6-46A3-026D-5855-01D4714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771" y="3585611"/>
            <a:ext cx="367141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E5E21-F86E-9DE8-8385-B60B96658B30}"/>
              </a:ext>
            </a:extLst>
          </p:cNvPr>
          <p:cNvSpPr txBox="1"/>
          <p:nvPr/>
        </p:nvSpPr>
        <p:spPr>
          <a:xfrm>
            <a:off x="7099311" y="4115341"/>
            <a:ext cx="141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(GtC/yr)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95624A03-66F3-4DFD-D617-AF2F6B22A8C8}"/>
              </a:ext>
            </a:extLst>
          </p:cNvPr>
          <p:cNvSpPr/>
          <p:nvPr/>
        </p:nvSpPr>
        <p:spPr>
          <a:xfrm>
            <a:off x="6091744" y="4866256"/>
            <a:ext cx="1716941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893FE-B58D-60AE-48DD-8E32DCE6D651}"/>
              </a:ext>
            </a:extLst>
          </p:cNvPr>
          <p:cNvSpPr txBox="1"/>
          <p:nvPr/>
        </p:nvSpPr>
        <p:spPr>
          <a:xfrm>
            <a:off x="119703" y="4138397"/>
            <a:ext cx="175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 err="1"/>
              <a:t>kgC</a:t>
            </a:r>
            <a:r>
              <a:rPr lang="en-US" sz="2400" dirty="0"/>
              <a:t>/m</a:t>
            </a:r>
            <a:r>
              <a:rPr lang="en-US" sz="2400" baseline="30000" dirty="0"/>
              <a:t>2</a:t>
            </a:r>
            <a:r>
              <a:rPr lang="en-US" sz="2400" dirty="0"/>
              <a:t>/yr)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519137-E45D-3C99-3A53-81355E6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9" y="3585611"/>
            <a:ext cx="3631769" cy="276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A362E02-4FEB-A855-03A7-8367A8BFDFFC}"/>
              </a:ext>
            </a:extLst>
          </p:cNvPr>
          <p:cNvGrpSpPr/>
          <p:nvPr/>
        </p:nvGrpSpPr>
        <p:grpSpPr>
          <a:xfrm>
            <a:off x="9338106" y="3024900"/>
            <a:ext cx="1418747" cy="3780775"/>
            <a:chOff x="9338106" y="3024900"/>
            <a:chExt cx="1418747" cy="37807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E01C25B-60E1-E305-9E3A-BC86DDF54A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4054B4-A7B8-B1C6-BF42-21DE96477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E4C70E-11A8-393C-DF78-791EA29447F7}"/>
              </a:ext>
            </a:extLst>
          </p:cNvPr>
          <p:cNvGrpSpPr/>
          <p:nvPr/>
        </p:nvGrpSpPr>
        <p:grpSpPr>
          <a:xfrm>
            <a:off x="3154744" y="3024900"/>
            <a:ext cx="1418747" cy="3780775"/>
            <a:chOff x="9338106" y="3024900"/>
            <a:chExt cx="1418747" cy="37807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78D3ED-211B-E58D-598A-BEDEFEBD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448"/>
            <a:stretch/>
          </p:blipFill>
          <p:spPr>
            <a:xfrm>
              <a:off x="9865895" y="6392469"/>
              <a:ext cx="575006" cy="41320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FCF16D-1AF1-DAAC-0297-17B1074ED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5908"/>
            <a:stretch/>
          </p:blipFill>
          <p:spPr>
            <a:xfrm>
              <a:off x="9338106" y="3024900"/>
              <a:ext cx="1418747" cy="49497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5E32D14-8D3D-D4CE-D2DD-E784F7A4EEEB}"/>
              </a:ext>
            </a:extLst>
          </p:cNvPr>
          <p:cNvSpPr txBox="1"/>
          <p:nvPr/>
        </p:nvSpPr>
        <p:spPr>
          <a:xfrm>
            <a:off x="7438571" y="821043"/>
            <a:ext cx="458682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err="1"/>
              <a:t>F_al_converted</a:t>
            </a:r>
            <a:r>
              <a:rPr lang="en-US" sz="2400" b="1" dirty="0"/>
              <a:t> = …</a:t>
            </a:r>
          </a:p>
          <a:p>
            <a:r>
              <a:rPr lang="en-US" sz="2400" strike="sngStrike" dirty="0" err="1"/>
              <a:t>F_al</a:t>
            </a:r>
            <a:r>
              <a:rPr lang="en-US" sz="2400" strike="sngStrike" dirty="0"/>
              <a:t>*10**12/1.5*10**14</a:t>
            </a:r>
          </a:p>
          <a:p>
            <a:r>
              <a:rPr lang="en-US" sz="2400" strike="sngStrike" dirty="0" err="1"/>
              <a:t>F_al</a:t>
            </a:r>
            <a:r>
              <a:rPr lang="en-US" sz="2400" strike="sngStrike" dirty="0"/>
              <a:t>*10**12/(1.5*10**14)</a:t>
            </a:r>
          </a:p>
          <a:p>
            <a:r>
              <a:rPr lang="en-US" sz="2400" b="1" dirty="0" err="1">
                <a:solidFill>
                  <a:srgbClr val="7030A0"/>
                </a:solidFill>
              </a:rPr>
              <a:t>F_al</a:t>
            </a:r>
            <a:r>
              <a:rPr lang="en-US" sz="2400" b="1" dirty="0">
                <a:solidFill>
                  <a:srgbClr val="7030A0"/>
                </a:solidFill>
              </a:rPr>
              <a:t>*1e12/1.5e14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54279B-EA6D-DD9D-7CFC-7BD4BC9F7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" y="954915"/>
            <a:ext cx="6305550" cy="10586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52856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319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</cp:revision>
  <dcterms:created xsi:type="dcterms:W3CDTF">2025-10-05T16:22:51Z</dcterms:created>
  <dcterms:modified xsi:type="dcterms:W3CDTF">2025-10-06T04:48:46Z</dcterms:modified>
</cp:coreProperties>
</file>