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5" r:id="rId3"/>
    <p:sldId id="26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82"/>
  </p:normalViewPr>
  <p:slideViewPr>
    <p:cSldViewPr snapToGrid="0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1324E-0966-B664-74DC-EF01A8A74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4EDDEE-902D-2B5C-614B-E2E22B9F2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5A9CE-1E94-0E8B-08A2-0ED28DC1B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2E533-41A2-F30B-7DDE-BBB61553D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56B68-81B4-B4E6-735E-C8EBEF4E0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8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3945E-6F4B-66D6-1EE9-F38B8A7CD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CA9D6-E0BE-37BA-7C53-416B1C4D6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7155-E34A-B943-E8A2-CC4335FA0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62348-C01E-69B4-04FC-C4AE8EB39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7CAAE8-7C51-94D2-7584-C3C49140A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47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6D056-E9D5-CD43-4AFF-AC5700407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3CB98-0E25-1EA9-0F0D-E2EAFECF9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060E3-1BD6-2A81-C502-1678679E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C51C9-0232-640B-D1AC-446D930F9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A8E60-E2BE-9DBF-79D1-BABA3FF65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69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70CCF-69B4-D169-ABF7-3258E0701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994BA-802E-4579-1855-D22EBF2CE1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9B445E-22C0-3F0D-1627-1C2F54607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A09172-4400-60DF-0E3F-034F19D02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01488D-39CB-48BB-C129-DC32F6BA3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F8682-ACB4-CBCD-67CB-8160368D6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1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17B9-0F34-693D-1434-1A118D47F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741D7-FD14-CF37-0443-B20E65FC9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690F53-AD64-0990-9635-7DEE6757F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C4B2FB-5C58-B564-9B77-F19C1A909F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E8B343-3092-DA25-E960-0118BC679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51E8F6-091A-570C-125E-E287EED41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62B12-A519-98D8-3D63-FEDC35AD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B9BDDF-668A-A0F5-B347-055A059F2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4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9CE60-32C0-6D18-525B-D12E95070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C4D7AB-BA69-B901-FA7D-03C38AB4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339D6-A4D0-391A-0534-94CB7232B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33C08B-C4A3-0750-A90D-ADC86186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23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0BC43-C9A2-ADE8-4820-ED0DFEE7F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24E6A-3C88-89AC-8AF3-C0DAAF2FB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827E0E-7408-66A2-EC3C-D7AF06CE6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90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0B9F8-C786-56DE-58D6-8DA871673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218A3-0763-CFE6-1D7F-15696AB70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66C73-34A6-A015-4A69-20114AF0C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76947-6698-B459-444D-F59F77BF6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FE2ED-5B57-A206-80A7-772CD21E3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583DC-AB30-45DE-BD51-6D54CAEBA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80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64C6-AA98-90A9-7A2F-E9F8442E1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38E192-BCB0-67FF-7BB1-26BFE0FE4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EDBA34-05CB-C9E6-36E9-54803C3F2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CBC68-FF15-85C6-0E41-18C9C601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FB300-6EEA-CA64-672C-BEC93EB38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1A78C4-8085-03CF-71A4-C3A9050F6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82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5971-326B-CC7B-DE69-E9AAD1B0A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ABDFA-44D2-07A9-3838-0D4F196FF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D596C-68FD-BCE0-60C2-99D8A8A2D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621A7-B432-8DD1-5383-68D194C06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718B4-CEC2-1A2C-984E-409579A44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7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B2EFA-3E1F-9FB3-4E86-5ABA003809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D2A76-C40E-C3E8-E250-2C826C72E2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6CFB9-196B-1B96-6304-084390E77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C6C94-658D-8542-BDC2-A40A0B9A6467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5D78D-C541-9A9C-D16F-716040BCD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390CF-5602-7763-F859-E00E4E0B7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2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3C1D8-B9DA-6395-FFA8-3A03A58CC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ED3AD-2E15-D498-5FA8-4A0E0DA8D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5599B-2B79-4B76-4459-6C388B77B0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C6C94-658D-8542-BDC2-A40A0B9A6467}" type="datetimeFigureOut">
              <a:rPr lang="en-US" smtClean="0"/>
              <a:t>11/11/25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08A36-E67C-4521-D57B-C8DC5498F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2D3EE-9E15-0BE0-D274-391FEFEA9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56A38-CD40-A440-A02B-01D5026CF6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3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99C11F7F-D791-2675-ED6F-9D4E9823C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791" y="635751"/>
            <a:ext cx="5094830" cy="382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11B8FD0E-8E8D-BF88-BD8E-3B56F4A598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5199" y="2485761"/>
            <a:ext cx="5416291" cy="4063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CA697116-29AB-2DE0-21EE-4B63FE47C162}"/>
              </a:ext>
            </a:extLst>
          </p:cNvPr>
          <p:cNvSpPr/>
          <p:nvPr/>
        </p:nvSpPr>
        <p:spPr>
          <a:xfrm rot="1749992">
            <a:off x="5718810" y="3086100"/>
            <a:ext cx="754380" cy="342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1D608-97C6-3D42-5147-68E5156A160C}"/>
              </a:ext>
            </a:extLst>
          </p:cNvPr>
          <p:cNvSpPr txBox="1"/>
          <p:nvPr/>
        </p:nvSpPr>
        <p:spPr>
          <a:xfrm>
            <a:off x="0" y="-3338"/>
            <a:ext cx="12192000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Cambio 3.0 introduces ice/albedo effects … so the temperature impact is big for the same carbon amounts in the atmosphere</a:t>
            </a:r>
          </a:p>
        </p:txBody>
      </p:sp>
    </p:spTree>
    <p:extLst>
      <p:ext uri="{BB962C8B-B14F-4D97-AF65-F5344CB8AC3E}">
        <p14:creationId xmlns:p14="http://schemas.microsoft.com/office/powerpoint/2010/main" val="1627709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21172B96-840F-B244-83EE-B22845928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302" y="1153942"/>
            <a:ext cx="5455023" cy="4093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CD5ACC-D2DA-B105-C9C1-BF63ED3F985E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Another project idea: What if the albedo tipping point happens at a lower temperature?</a:t>
            </a:r>
          </a:p>
        </p:txBody>
      </p:sp>
      <p:pic>
        <p:nvPicPr>
          <p:cNvPr id="5" name="Picture 2" descr="Draft diagram of the carbon cycle.">
            <a:extLst>
              <a:ext uri="{FF2B5EF4-FFF2-40B4-BE49-F238E27FC236}">
                <a16:creationId xmlns:a16="http://schemas.microsoft.com/office/drawing/2014/main" id="{06401E36-2294-CF1A-9ABB-7E3610CF5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30" y="1610659"/>
            <a:ext cx="5455023" cy="3636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Left Arrow 1">
            <a:extLst>
              <a:ext uri="{FF2B5EF4-FFF2-40B4-BE49-F238E27FC236}">
                <a16:creationId xmlns:a16="http://schemas.microsoft.com/office/drawing/2014/main" id="{F49B98E8-A8BB-B125-36D9-7D13A4EEADC3}"/>
              </a:ext>
            </a:extLst>
          </p:cNvPr>
          <p:cNvSpPr/>
          <p:nvPr/>
        </p:nvSpPr>
        <p:spPr>
          <a:xfrm>
            <a:off x="8680704" y="3169920"/>
            <a:ext cx="682752" cy="25908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263C8C-9BDF-80E3-DB5A-E8B04F6AA670}"/>
                  </a:ext>
                </a:extLst>
              </p:cNvPr>
              <p:cNvSpPr txBox="1"/>
              <p:nvPr/>
            </p:nvSpPr>
            <p:spPr>
              <a:xfrm>
                <a:off x="9612630" y="3114794"/>
                <a:ext cx="22706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𝑎𝑙𝑏𝑒𝑑𝑜</m:t>
                        </m:r>
                      </m:sub>
                      <m:sup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degrees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263C8C-9BDF-80E3-DB5A-E8B04F6AA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630" y="3114794"/>
                <a:ext cx="2270695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91C90B-9B14-DC42-4BEA-104141C91641}"/>
                  </a:ext>
                </a:extLst>
              </p:cNvPr>
              <p:cNvSpPr txBox="1"/>
              <p:nvPr/>
            </p:nvSpPr>
            <p:spPr>
              <a:xfrm>
                <a:off x="7147626" y="3772781"/>
                <a:ext cx="170234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𝑎𝑙𝑏𝑒𝑑𝑜</m:t>
                          </m:r>
                        </m:sub>
                        <m:sup>
                          <m:r>
                            <a:rPr lang="en-US" i="1" dirty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b="0" i="1" dirty="0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=1.5</m:t>
                      </m:r>
                    </m:oMath>
                  </m:oMathPara>
                </a14:m>
                <a:endParaRPr lang="en-US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91C90B-9B14-DC42-4BEA-104141C91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626" y="3772781"/>
                <a:ext cx="1702346" cy="369332"/>
              </a:xfrm>
              <a:prstGeom prst="rect">
                <a:avLst/>
              </a:prstGeom>
              <a:blipFill>
                <a:blip r:embed="rId5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1BA6FB2-A970-8E23-3806-3D394038AA9D}"/>
              </a:ext>
            </a:extLst>
          </p:cNvPr>
          <p:cNvSpPr txBox="1"/>
          <p:nvPr/>
        </p:nvSpPr>
        <p:spPr>
          <a:xfrm>
            <a:off x="960120" y="5741013"/>
            <a:ext cx="107213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do this comparison, you’d probably want to stick with the same model (Cambio3 or Cambio4)  </a:t>
            </a:r>
          </a:p>
        </p:txBody>
      </p:sp>
    </p:spTree>
    <p:extLst>
      <p:ext uri="{BB962C8B-B14F-4D97-AF65-F5344CB8AC3E}">
        <p14:creationId xmlns:p14="http://schemas.microsoft.com/office/powerpoint/2010/main" val="1591006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CD5ACC-D2DA-B105-C9C1-BF63ED3F985E}"/>
              </a:ext>
            </a:extLst>
          </p:cNvPr>
          <p:cNvSpPr txBox="1"/>
          <p:nvPr/>
        </p:nvSpPr>
        <p:spPr>
          <a:xfrm>
            <a:off x="0" y="0"/>
            <a:ext cx="3154680" cy="156966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Here’s how you could implement that comparison (using Cambio3)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33F3C5-F300-FA2A-0581-9498FAFFE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089" y="166194"/>
            <a:ext cx="8308859" cy="629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55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75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3</cp:revision>
  <dcterms:created xsi:type="dcterms:W3CDTF">2025-11-03T04:01:08Z</dcterms:created>
  <dcterms:modified xsi:type="dcterms:W3CDTF">2025-11-11T17:29:20Z</dcterms:modified>
</cp:coreProperties>
</file>