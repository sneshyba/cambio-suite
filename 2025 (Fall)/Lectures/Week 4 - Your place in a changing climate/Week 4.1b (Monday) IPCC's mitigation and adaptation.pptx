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8" r:id="rId2"/>
    <p:sldId id="2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0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0AB8B-560E-0F06-C230-6332C39F6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FD9B6-D06E-393F-D8F9-B29E44546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927E5-3A59-5809-86F9-D90DA604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12E2D-F700-A44E-D543-807C49CE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7E791-5587-8750-4275-68573A8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8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7D64-B5C8-9A63-D139-4056DF02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3B03B-63AF-52BB-F418-447F8864A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76D4-4212-EC1A-8170-5DDD3105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369EA-AD95-C054-B64A-EA04A7861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54FFB-E3CD-96B1-4AA3-0C62DC0A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2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A026-0B6D-6D2C-F099-1FC1186EF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8A897-D1E0-904B-ECDB-C7C5CEBE2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F58DF-7DB6-9AD4-4705-EBF68559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E3F1B-11E6-ACA6-CC79-128EA6DB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4753-5432-5A36-6CE0-391CAC16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6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81D3-FF74-86A5-D8BE-1F4625C8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4B19E-9EB5-A806-C982-DD2ACC520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00735-365F-8DAC-D89A-71622A71CD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93359-75B7-2D0E-C78F-B49BE151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C7576-26E0-7C7A-52F6-86E6F0F4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AD72A-1622-90C4-18E0-85EBA59F8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4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DD7F-3EA2-2818-4A8B-05C43E8E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E767D-0234-E323-6E99-DB9897620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D7A71-248D-14D2-EBB7-242136A2C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09F06-FC37-00B0-5456-E842ABF98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EC167-F482-CA04-9F91-16868DEB7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DCB7E-6363-0AA8-6B2F-22943777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FA210A-82FE-DB6A-9DFD-3F7D306AF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CD3F84-E4C4-5AF6-910D-A764F9A3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4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0319-94E3-5858-501D-87C6B8004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48299-E8A2-6BA8-197E-DAF18384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6C3D5-B5E4-BBAB-E342-1D0F92EA4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F6677-4274-B1CC-DCC6-C092986C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A94D5-B924-5E4E-A14F-005B1F77C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713DA-1EE1-5F1D-F716-CE8901AE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94769-210B-0472-1F93-0D18CCA7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1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7DCD-6122-56F5-BCFD-A1D424CD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B5DC8-85AA-69B9-C756-0B63D408A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01338-5CA5-D39A-E961-966453D40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DA215-6605-1E5F-9343-E0E24AF5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340F4-A4D3-B2F5-6582-8326B1C3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61BBD-A227-2D8C-CCD8-40E81F8C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71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BAAE5-EDDF-CF2B-CA0D-BB53FD8E0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5DAA00-39A1-CA65-C9A6-2A8AEF794A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E6EEA-988C-8C24-79A5-FF50A7F6E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59A6F-5829-2515-2DE3-B695D10D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180C0-C4BE-5707-E0E4-210D610B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F0ED2-DE5F-1A75-2C17-F582BD8B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87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8B5C-ABBF-CCD0-59E5-82CA86AC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E5BC0-D88B-0661-B82B-7D36A6F8B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8C376-B692-8DEC-FA21-26E2F1C9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B270C-37C5-6755-DFFA-31A66496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276BA-B927-FA67-4EE4-11EB6151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8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5BB7D-2B71-91AC-6640-0E6E901A1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87171-9E71-FADC-893F-AA7C3015E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34DF7-7444-B31F-AACA-42486E90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ADA8E-61D4-F4D6-86DD-575F2F70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458C7-44FE-9D50-F296-206299ED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2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0AAA8-096D-BB14-CB42-67A15357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AF844-1BF7-B577-ECB1-1B639806B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0B845-F6E8-ACA0-57E7-40D4FC0C9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F89DF-1BAB-1049-8B36-7F0C0741DB50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A2648-2328-BC3B-64B3-C5665470F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C81E4-15A6-A049-7D01-58AF95B72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2E6F2-C869-3545-AA9E-2B3EF47CB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42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virodm.org/flood-management" TargetMode="External"/><Relationship Id="rId2" Type="http://schemas.openxmlformats.org/officeDocument/2006/relationships/hyperlink" Target="https://www.worldwildlife.org/magazine/issues/fall-2018/articles/how-is-climate-change-affecting-nut-and-berry-harvests-in-the-bolivian-amazo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0" y="0"/>
            <a:ext cx="1219199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IPCC approach: 1. Mitigation</a:t>
            </a:r>
            <a:endParaRPr lang="en-US" sz="2400"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CF881-F2F2-DDFB-3A40-0997E686E262}"/>
              </a:ext>
            </a:extLst>
          </p:cNvPr>
          <p:cNvSpPr txBox="1"/>
          <p:nvPr/>
        </p:nvSpPr>
        <p:spPr>
          <a:xfrm>
            <a:off x="319280" y="5006876"/>
            <a:ext cx="11553439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Transition from powering our world with fossil fuels to using clean, renewable energy.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Stop deforestation and restore our natural habitats until we reach net-zero carbon emissions—meaning that the release of greenhouse gases into the atmosphere is balanced with the capture and storage of those gases in places like tree roots.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A83F8-1080-3178-953E-2420860C13E1}"/>
              </a:ext>
            </a:extLst>
          </p:cNvPr>
          <p:cNvSpPr txBox="1"/>
          <p:nvPr/>
        </p:nvSpPr>
        <p:spPr>
          <a:xfrm>
            <a:off x="232161" y="512464"/>
            <a:ext cx="1180743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Climate change mitigation</a:t>
            </a:r>
            <a:r>
              <a:rPr lang="en-US" sz="2400" dirty="0"/>
              <a:t> means</a:t>
            </a:r>
            <a:r>
              <a:rPr lang="en-US" sz="2400" b="1" dirty="0"/>
              <a:t> avoiding and reducing</a:t>
            </a:r>
            <a:r>
              <a:rPr lang="en-US" sz="2400" dirty="0"/>
              <a:t> emissions of heat-trapping greenhouse gases into the atmosphere </a:t>
            </a:r>
            <a:r>
              <a:rPr lang="en-US" sz="2400" b="1" dirty="0"/>
              <a:t>to</a:t>
            </a:r>
            <a:r>
              <a:rPr lang="en-US" sz="2400" dirty="0"/>
              <a:t> </a:t>
            </a:r>
            <a:r>
              <a:rPr lang="en-US" sz="2400" b="1" dirty="0"/>
              <a:t>prevent the planet from warming </a:t>
            </a:r>
            <a:r>
              <a:rPr lang="en-US" sz="2400" dirty="0"/>
              <a:t>to more extreme temperatures.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8ADF55-A770-499C-0A36-4F19ABCDD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413" y="1795402"/>
            <a:ext cx="8113520" cy="308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2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49E1BE-9A23-5AAF-1960-36372C265F2D}"/>
              </a:ext>
            </a:extLst>
          </p:cNvPr>
          <p:cNvSpPr txBox="1"/>
          <p:nvPr/>
        </p:nvSpPr>
        <p:spPr>
          <a:xfrm>
            <a:off x="12028" y="0"/>
            <a:ext cx="1217997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IPCC approach: 2. Adaptation</a:t>
            </a:r>
            <a:endParaRPr lang="en-US" sz="2400" b="1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8C14AB-A52C-9893-2448-417604AD03AA}"/>
              </a:ext>
            </a:extLst>
          </p:cNvPr>
          <p:cNvSpPr txBox="1"/>
          <p:nvPr/>
        </p:nvSpPr>
        <p:spPr>
          <a:xfrm>
            <a:off x="6451603" y="981039"/>
            <a:ext cx="5499100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Examples … 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Diversifying crops that can tolerate warmer and drier or wetter conditions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Ensuring infrastructure can withstand more extreme weather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Helping communities </a:t>
            </a:r>
            <a:r>
              <a:rPr lang="en-US" sz="2400" dirty="0">
                <a:hlinkClick r:id="rId3"/>
              </a:rPr>
              <a:t>reduce their risk from sea level rise and increased floods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Making sure we manage our food, water, and other natural resources wisely in the context of a changing climate.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61115A-EC16-0B2A-35E9-6A80F0F29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66" y="3612529"/>
            <a:ext cx="5249333" cy="31377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2AE3B6-C9F1-CC2A-C488-DC48F6A88902}"/>
              </a:ext>
            </a:extLst>
          </p:cNvPr>
          <p:cNvSpPr txBox="1"/>
          <p:nvPr/>
        </p:nvSpPr>
        <p:spPr>
          <a:xfrm>
            <a:off x="96693" y="679439"/>
            <a:ext cx="619760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Climate change adaptation</a:t>
            </a:r>
            <a:r>
              <a:rPr lang="en-US" sz="2400" dirty="0"/>
              <a:t> means</a:t>
            </a:r>
            <a:r>
              <a:rPr lang="en-US" sz="2400" b="1" dirty="0"/>
              <a:t> altering our behavior</a:t>
            </a:r>
            <a:r>
              <a:rPr lang="en-US" sz="2400" dirty="0"/>
              <a:t>, systems, and—in some cases—ways of life </a:t>
            </a:r>
            <a:r>
              <a:rPr lang="en-US" sz="2400" b="1" dirty="0"/>
              <a:t>to protect our families</a:t>
            </a:r>
            <a:r>
              <a:rPr lang="en-US" sz="2400" dirty="0"/>
              <a:t>, our economies, and the environment in which we live </a:t>
            </a:r>
            <a:r>
              <a:rPr lang="en-US" sz="2400" b="1" dirty="0"/>
              <a:t>from the impacts of climate change</a:t>
            </a:r>
            <a:r>
              <a:rPr lang="en-US" sz="2400" dirty="0"/>
              <a:t>. The more we reduce emissions right now, the easier it will be to adapt to the changes we can no longer avoid.</a:t>
            </a:r>
          </a:p>
        </p:txBody>
      </p:sp>
    </p:spTree>
    <p:extLst>
      <p:ext uri="{BB962C8B-B14F-4D97-AF65-F5344CB8AC3E}">
        <p14:creationId xmlns:p14="http://schemas.microsoft.com/office/powerpoint/2010/main" val="3031538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</cp:revision>
  <dcterms:created xsi:type="dcterms:W3CDTF">2025-09-18T18:39:27Z</dcterms:created>
  <dcterms:modified xsi:type="dcterms:W3CDTF">2025-09-18T18:40:19Z</dcterms:modified>
</cp:coreProperties>
</file>